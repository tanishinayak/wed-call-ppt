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League Spartan" charset="1" panose="00000800000000000000"/>
      <p:regular r:id="rId14"/>
    </p:embeddedFont>
    <p:embeddedFont>
      <p:font typeface="Inter Bold" charset="1" panose="0200050300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https://github.com/openclaw/openclaw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69643" cy="10287000"/>
          </a:xfrm>
          <a:custGeom>
            <a:avLst/>
            <a:gdLst/>
            <a:ahLst/>
            <a:cxnLst/>
            <a:rect r="r" b="b" t="t" l="l"/>
            <a:pathLst>
              <a:path h="10287000" w="18369643">
                <a:moveTo>
                  <a:pt x="0" y="0"/>
                </a:moveTo>
                <a:lnTo>
                  <a:pt x="18369643" y="0"/>
                </a:lnTo>
                <a:lnTo>
                  <a:pt x="18369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01557" cy="10287000"/>
          </a:xfrm>
          <a:custGeom>
            <a:avLst/>
            <a:gdLst/>
            <a:ahLst/>
            <a:cxnLst/>
            <a:rect r="r" b="b" t="t" l="l"/>
            <a:pathLst>
              <a:path h="10287000" w="18301557">
                <a:moveTo>
                  <a:pt x="0" y="0"/>
                </a:moveTo>
                <a:lnTo>
                  <a:pt x="18301557" y="0"/>
                </a:lnTo>
                <a:lnTo>
                  <a:pt x="1830155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7478" y="5501109"/>
            <a:ext cx="223705" cy="306064"/>
          </a:xfrm>
          <a:custGeom>
            <a:avLst/>
            <a:gdLst/>
            <a:ahLst/>
            <a:cxnLst/>
            <a:rect r="r" b="b" t="t" l="l"/>
            <a:pathLst>
              <a:path h="306064" w="223705">
                <a:moveTo>
                  <a:pt x="0" y="0"/>
                </a:moveTo>
                <a:lnTo>
                  <a:pt x="223705" y="0"/>
                </a:lnTo>
                <a:lnTo>
                  <a:pt x="223705" y="306064"/>
                </a:lnTo>
                <a:lnTo>
                  <a:pt x="0" y="306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42493" cy="10287000"/>
          </a:xfrm>
          <a:custGeom>
            <a:avLst/>
            <a:gdLst/>
            <a:ahLst/>
            <a:cxnLst/>
            <a:rect r="r" b="b" t="t" l="l"/>
            <a:pathLst>
              <a:path h="10287000" w="18442493">
                <a:moveTo>
                  <a:pt x="0" y="0"/>
                </a:moveTo>
                <a:lnTo>
                  <a:pt x="18442493" y="0"/>
                </a:lnTo>
                <a:lnTo>
                  <a:pt x="184424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450321" y="7037589"/>
            <a:ext cx="1708374" cy="426017"/>
            <a:chOff x="0" y="0"/>
            <a:chExt cx="449942" cy="1122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9942" cy="112202"/>
            </a:xfrm>
            <a:custGeom>
              <a:avLst/>
              <a:gdLst/>
              <a:ahLst/>
              <a:cxnLst/>
              <a:rect r="r" b="b" t="t" l="l"/>
              <a:pathLst>
                <a:path h="112202" w="449942">
                  <a:moveTo>
                    <a:pt x="56101" y="0"/>
                  </a:moveTo>
                  <a:lnTo>
                    <a:pt x="393841" y="0"/>
                  </a:lnTo>
                  <a:cubicBezTo>
                    <a:pt x="424825" y="0"/>
                    <a:pt x="449942" y="25117"/>
                    <a:pt x="449942" y="56101"/>
                  </a:cubicBezTo>
                  <a:lnTo>
                    <a:pt x="449942" y="56101"/>
                  </a:lnTo>
                  <a:cubicBezTo>
                    <a:pt x="449942" y="70980"/>
                    <a:pt x="444031" y="85250"/>
                    <a:pt x="433511" y="95770"/>
                  </a:cubicBezTo>
                  <a:cubicBezTo>
                    <a:pt x="422989" y="106291"/>
                    <a:pt x="408720" y="112202"/>
                    <a:pt x="393841" y="112202"/>
                  </a:cubicBezTo>
                  <a:lnTo>
                    <a:pt x="56101" y="112202"/>
                  </a:lnTo>
                  <a:cubicBezTo>
                    <a:pt x="41222" y="112202"/>
                    <a:pt x="26953" y="106291"/>
                    <a:pt x="16432" y="95770"/>
                  </a:cubicBezTo>
                  <a:cubicBezTo>
                    <a:pt x="5911" y="85250"/>
                    <a:pt x="0" y="70980"/>
                    <a:pt x="0" y="56101"/>
                  </a:cubicBezTo>
                  <a:lnTo>
                    <a:pt x="0" y="56101"/>
                  </a:lnTo>
                  <a:cubicBezTo>
                    <a:pt x="0" y="41222"/>
                    <a:pt x="5911" y="26953"/>
                    <a:pt x="16432" y="16432"/>
                  </a:cubicBezTo>
                  <a:cubicBezTo>
                    <a:pt x="26953" y="5911"/>
                    <a:pt x="41222" y="0"/>
                    <a:pt x="56101" y="0"/>
                  </a:cubicBezTo>
                  <a:close/>
                </a:path>
              </a:pathLst>
            </a:custGeom>
            <a:solidFill>
              <a:srgbClr val="E2E9E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9942" cy="150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657202" y="7562195"/>
            <a:ext cx="3294613" cy="1467059"/>
            <a:chOff x="0" y="0"/>
            <a:chExt cx="867717" cy="3863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7717" cy="386386"/>
            </a:xfrm>
            <a:custGeom>
              <a:avLst/>
              <a:gdLst/>
              <a:ahLst/>
              <a:cxnLst/>
              <a:rect r="r" b="b" t="t" l="l"/>
              <a:pathLst>
                <a:path h="386386" w="867717">
                  <a:moveTo>
                    <a:pt x="119843" y="0"/>
                  </a:moveTo>
                  <a:lnTo>
                    <a:pt x="747873" y="0"/>
                  </a:lnTo>
                  <a:cubicBezTo>
                    <a:pt x="814061" y="0"/>
                    <a:pt x="867717" y="53656"/>
                    <a:pt x="867717" y="119843"/>
                  </a:cubicBezTo>
                  <a:lnTo>
                    <a:pt x="867717" y="266542"/>
                  </a:lnTo>
                  <a:cubicBezTo>
                    <a:pt x="867717" y="298327"/>
                    <a:pt x="855091" y="328809"/>
                    <a:pt x="832616" y="351284"/>
                  </a:cubicBezTo>
                  <a:cubicBezTo>
                    <a:pt x="810141" y="373759"/>
                    <a:pt x="779658" y="386386"/>
                    <a:pt x="747873" y="386386"/>
                  </a:cubicBezTo>
                  <a:lnTo>
                    <a:pt x="119843" y="386386"/>
                  </a:lnTo>
                  <a:cubicBezTo>
                    <a:pt x="88059" y="386386"/>
                    <a:pt x="57576" y="373759"/>
                    <a:pt x="35101" y="351284"/>
                  </a:cubicBezTo>
                  <a:cubicBezTo>
                    <a:pt x="12626" y="328809"/>
                    <a:pt x="0" y="298327"/>
                    <a:pt x="0" y="266542"/>
                  </a:cubicBezTo>
                  <a:lnTo>
                    <a:pt x="0" y="119843"/>
                  </a:lnTo>
                  <a:cubicBezTo>
                    <a:pt x="0" y="88059"/>
                    <a:pt x="12626" y="57576"/>
                    <a:pt x="35101" y="35101"/>
                  </a:cubicBezTo>
                  <a:cubicBezTo>
                    <a:pt x="57576" y="12626"/>
                    <a:pt x="88059" y="0"/>
                    <a:pt x="1198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867717" cy="414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572721" y="7143370"/>
            <a:ext cx="1463576" cy="240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9"/>
              </a:lnSpc>
            </a:pPr>
            <a:r>
              <a:rPr lang="en-US" sz="1406">
                <a:solidFill>
                  <a:srgbClr val="718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March 17,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57202" y="7568788"/>
            <a:ext cx="3212302" cy="1265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1"/>
              </a:lnSpc>
            </a:pPr>
            <a:r>
              <a:rPr lang="en-US" sz="1806" spc="126">
                <a:solidFill>
                  <a:srgbClr val="474F5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</a:t>
            </a:r>
            <a:r>
              <a:rPr lang="en-US" sz="1806" spc="126">
                <a:solidFill>
                  <a:srgbClr val="474F5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NVIDIA GTC”</a:t>
            </a:r>
          </a:p>
          <a:p>
            <a:pPr algn="ctr">
              <a:lnSpc>
                <a:spcPts val="2109"/>
              </a:lnSpc>
              <a:spcBef>
                <a:spcPct val="0"/>
              </a:spcBef>
            </a:pPr>
            <a:r>
              <a:rPr lang="en-US" b="true" sz="1506">
                <a:solidFill>
                  <a:srgbClr val="737373"/>
                </a:solidFill>
                <a:latin typeface="Inter Bold"/>
                <a:ea typeface="Inter Bold"/>
                <a:cs typeface="Inter Bold"/>
                <a:sym typeface="Inter Bold"/>
              </a:rPr>
              <a:t>Jensen Huang calls it “The Next ChatGPT”, Announces enterprise backing with NemoClaw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56520"/>
          </a:xfrm>
          <a:custGeom>
            <a:avLst/>
            <a:gdLst/>
            <a:ahLst/>
            <a:cxnLst/>
            <a:rect r="r" b="b" t="t" l="l"/>
            <a:pathLst>
              <a:path h="10256520" w="18288000">
                <a:moveTo>
                  <a:pt x="0" y="0"/>
                </a:moveTo>
                <a:lnTo>
                  <a:pt x="18288000" y="0"/>
                </a:lnTo>
                <a:lnTo>
                  <a:pt x="18288000" y="10256520"/>
                </a:lnTo>
                <a:lnTo>
                  <a:pt x="0" y="10256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24478" cy="10287000"/>
          </a:xfrm>
          <a:custGeom>
            <a:avLst/>
            <a:gdLst/>
            <a:ahLst/>
            <a:cxnLst/>
            <a:rect r="r" b="b" t="t" l="l"/>
            <a:pathLst>
              <a:path h="10287000" w="18424478">
                <a:moveTo>
                  <a:pt x="0" y="0"/>
                </a:moveTo>
                <a:lnTo>
                  <a:pt x="18424478" y="0"/>
                </a:lnTo>
                <a:lnTo>
                  <a:pt x="184244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97019" cy="10287000"/>
          </a:xfrm>
          <a:custGeom>
            <a:avLst/>
            <a:gdLst/>
            <a:ahLst/>
            <a:cxnLst/>
            <a:rect r="r" b="b" t="t" l="l"/>
            <a:pathLst>
              <a:path h="10287000" w="18397019">
                <a:moveTo>
                  <a:pt x="0" y="0"/>
                </a:moveTo>
                <a:lnTo>
                  <a:pt x="18397019" y="0"/>
                </a:lnTo>
                <a:lnTo>
                  <a:pt x="1839701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27242" y="7804887"/>
            <a:ext cx="7391995" cy="36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3"/>
              </a:lnSpc>
              <a:spcBef>
                <a:spcPct val="0"/>
              </a:spcBef>
            </a:pPr>
            <a:r>
              <a:rPr lang="en-US" b="true" sz="2195">
                <a:solidFill>
                  <a:srgbClr val="81848A"/>
                </a:solidFill>
                <a:latin typeface="Inter Bold"/>
                <a:ea typeface="Inter Bold"/>
                <a:cs typeface="Inter Bold"/>
                <a:sym typeface="Inter Bold"/>
              </a:rPr>
              <a:t>GITHUB REPO: </a:t>
            </a:r>
            <a:r>
              <a:rPr lang="en-US" b="true" sz="2195" u="sng">
                <a:solidFill>
                  <a:srgbClr val="81848A"/>
                </a:solidFill>
                <a:latin typeface="Inter Bold"/>
                <a:ea typeface="Inter Bold"/>
                <a:cs typeface="Inter Bold"/>
                <a:sym typeface="Inter Bold"/>
                <a:hlinkClick r:id="rId3" tooltip="https://github.com/openclaw/openclaw"/>
              </a:rPr>
              <a:t>https://github.com/openclaw/openclaw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15134" cy="10287000"/>
          </a:xfrm>
          <a:custGeom>
            <a:avLst/>
            <a:gdLst/>
            <a:ahLst/>
            <a:cxnLst/>
            <a:rect r="r" b="b" t="t" l="l"/>
            <a:pathLst>
              <a:path h="10287000" w="18315134">
                <a:moveTo>
                  <a:pt x="0" y="0"/>
                </a:moveTo>
                <a:lnTo>
                  <a:pt x="18315134" y="0"/>
                </a:lnTo>
                <a:lnTo>
                  <a:pt x="183151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42348" cy="10287000"/>
          </a:xfrm>
          <a:custGeom>
            <a:avLst/>
            <a:gdLst/>
            <a:ahLst/>
            <a:cxnLst/>
            <a:rect r="r" b="b" t="t" l="l"/>
            <a:pathLst>
              <a:path h="10287000" w="18342348">
                <a:moveTo>
                  <a:pt x="0" y="0"/>
                </a:moveTo>
                <a:lnTo>
                  <a:pt x="18342348" y="0"/>
                </a:lnTo>
                <a:lnTo>
                  <a:pt x="183423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DAHES2XpjyA</dc:identifier>
  <dcterms:modified xsi:type="dcterms:W3CDTF">2011-08-01T06:04:30Z</dcterms:modified>
  <cp:revision>1</cp:revision>
  <dc:title>March 17, 2026</dc:title>
</cp:coreProperties>
</file>