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SemiBold"/>
      <p:regular r:id="rId201317"/>
    </p:embeddedFont>
    <p:embeddedFont>
      <p:font typeface="Host Grotesk Bold"/>
      <p:regular r:id="rId201318"/>
    </p:embeddedFont>
    <p:embeddedFont>
      <p:font typeface="Host Grotesk ExtraBold"/>
      <p:regular r:id="rId201319"/>
    </p:embeddedFont>
    <p:embeddedFont>
      <p:font typeface="Roboto Light"/>
      <p:regular r:id="rId201320"/>
    </p:embeddedFont>
    <p:embeddedFont>
      <p:font typeface="Roboto"/>
      <p:regular r:id="rId201321"/>
    </p:embeddedFont>
    <p:embeddedFont>
      <p:font typeface="Roboto Thin"/>
      <p:regular r:id="rId201322"/>
    </p:embeddedFont>
    <p:embeddedFont>
      <p:font typeface="Roboto ExtraLight"/>
      <p:regular r:id="rId201323"/>
    </p:embeddedFont>
    <p:embeddedFont>
      <p:font typeface="Roboto Medium"/>
      <p:regular r:id="rId201324"/>
    </p:embeddedFont>
    <p:embeddedFont>
      <p:font typeface="Roboto SemiBold"/>
      <p:regular r:id="rId201325"/>
    </p:embeddedFont>
    <p:embeddedFont>
      <p:font typeface="Roboto Bold"/>
      <p:regular r:id="rId201326"/>
    </p:embeddedFont>
    <p:embeddedFont>
      <p:font typeface="Roboto ExtraBold"/>
      <p:regular r:id="rId201327"/>
    </p:embeddedFont>
    <p:embeddedFont>
      <p:font typeface="Roboto Black"/>
      <p:regular r:id="rId2013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E3C4E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CSRF PoC for Exploiting Reflected XSS</a:t>
            </a:r>
            <a:endParaRPr lang="en-US" sz="2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3370"/>
            <a:ext cx="988293" cy="215354"/>
          </a:xfrm>
          <a:prstGeom prst="roundRect">
            <a:avLst>
              <a:gd name="adj" fmla="val 22119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55861"/>
            <a:ext cx="12753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PREREQUISITES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854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When Reflected XSS Becomes Exploitable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341016"/>
            <a:ext cx="8608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reflected XSS becomes exploitable against another user only when all four conditions align.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713086"/>
            <a:ext cx="4004965" cy="1081534"/>
          </a:xfrm>
          <a:prstGeom prst="roundRect">
            <a:avLst>
              <a:gd name="adj" fmla="val 5505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2640" y="1859607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1976512"/>
            <a:ext cx="191319" cy="1913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2640" y="242664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Cross-Site Requests Accepted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42842" y="1713086"/>
            <a:ext cx="4005039" cy="1081534"/>
          </a:xfrm>
          <a:prstGeom prst="roundRect">
            <a:avLst>
              <a:gd name="adj" fmla="val 5505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9363" y="1859607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976512"/>
            <a:ext cx="191319" cy="1913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9363" y="2426643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Auth Cookies Included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96119" y="2936379"/>
            <a:ext cx="4004965" cy="1081534"/>
          </a:xfrm>
          <a:prstGeom prst="roundRect">
            <a:avLst>
              <a:gd name="adj" fmla="val 5505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2640" y="3082900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19" y="3199805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640" y="3649935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 CSRF Protection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642842" y="2936379"/>
            <a:ext cx="4005039" cy="1081534"/>
          </a:xfrm>
          <a:prstGeom prst="roundRect">
            <a:avLst>
              <a:gd name="adj" fmla="val 5505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082900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6342" y="3199805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649935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SameSite Allows Cookies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96119" y="4177382"/>
            <a:ext cx="8151763" cy="552748"/>
          </a:xfrm>
          <a:prstGeom prst="roundRect">
            <a:avLst>
              <a:gd name="adj" fmla="val 10772"/>
            </a:avLst>
          </a:prstGeom>
          <a:solidFill>
            <a:srgbClr val="D9EDF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877" y="4373389"/>
            <a:ext cx="177180" cy="14175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6816" y="4354562"/>
            <a:ext cx="800650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any condition fails — e.g.,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SameSite=Strict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CSRF token required — the chain breaks.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21060"/>
            <a:ext cx="989558" cy="212006"/>
          </a:xfrm>
          <a:prstGeom prst="roundRect">
            <a:avLst>
              <a:gd name="adj" fmla="val 22117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08834" y="662880"/>
            <a:ext cx="1279327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REFLECTED XSS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887983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Reflected XSS Is Usually Not Directly Exploitable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925119" y="1966168"/>
            <a:ext cx="4722763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malicious payload is </a:t>
            </a:r>
            <a:pPr algn="l" indent="0" marL="0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 stored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the server; it is returned only in response to the specific request that contains it. Unlike Stored XSS, the payload exists only for the lifetime of a single request and is not persisted on the server.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925119" y="2951113"/>
            <a:ext cx="4722763" cy="87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attacker cannot cause arbitrary users to execute the payload automatically.</a:t>
            </a:r>
            <a:endParaRPr lang="en-US" sz="1050" dirty="0"/>
          </a:p>
          <a:p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victim must be induced to send a specially crafted request (such as by clicking a malicious link or submitting a crafted form).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25119" y="3984129"/>
            <a:ext cx="4722763" cy="538237"/>
          </a:xfrm>
          <a:prstGeom prst="roundRect">
            <a:avLst>
              <a:gd name="adj" fmla="val 10890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645" y="4174480"/>
            <a:ext cx="174427" cy="1395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8598" y="4156323"/>
            <a:ext cx="4586957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PAA Reportable: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Insufficient Output Encoding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936129" cy="107603"/>
          </a:xfrm>
          <a:prstGeom prst="roundRect">
            <a:avLst>
              <a:gd name="adj" fmla="val 22134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1308348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SAMESITE &amp; REQUEST METHODS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SameSite Cookies &amp; Request Methods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48959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SameSite Controls Cross-Site Cookie Inclusion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635746"/>
            <a:ext cx="4446612" cy="84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Set-Cookie: SESSION=abc123; SameSite=Lax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4663232" y="2777803"/>
            <a:ext cx="3989412" cy="9525"/>
          </a:xfrm>
          <a:prstGeom prst="roundRect">
            <a:avLst>
              <a:gd name="adj" fmla="val 60000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663232" y="284485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Request Method Impact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663232" y="2990999"/>
            <a:ext cx="3989412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Changing from </a:t>
            </a:r>
            <a:pPr algn="l" indent="0" marL="0">
              <a:lnSpc>
                <a:spcPct val="94000"/>
              </a:lnSpc>
              <a:buNone/>
            </a:pPr>
            <a:r>
              <a:rPr lang="en-US" sz="5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GET</a:t>
            </a:r>
            <a:pPr algn="l" indent="0" marL="0">
              <a:lnSpc>
                <a:spcPct val="94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pPr algn="l" indent="0" marL="0">
              <a:lnSpc>
                <a:spcPct val="94000"/>
              </a:lnSpc>
              <a:buNone/>
            </a:pPr>
            <a:r>
              <a:rPr lang="en-US" sz="5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POST</a:t>
            </a:r>
            <a:pPr algn="l" indent="0" marL="0">
              <a:lnSpc>
                <a:spcPct val="94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may bypass </a:t>
            </a:r>
            <a:pPr algn="l" indent="0" marL="0">
              <a:lnSpc>
                <a:spcPct val="94000"/>
              </a:lnSpc>
              <a:buNone/>
            </a:pPr>
            <a:r>
              <a:rPr lang="en-US" sz="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SameSite=Lax</a:t>
            </a:r>
            <a:pPr algn="l" indent="0" marL="0">
              <a:lnSpc>
                <a:spcPct val="94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which blocks cross-site cookies on POST requests — breaking the attack chain.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1956"/>
            <a:ext cx="597694" cy="134615"/>
          </a:xfrm>
          <a:prstGeom prst="roundRect">
            <a:avLst>
              <a:gd name="adj" fmla="val 22116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9250" y="438522"/>
            <a:ext cx="948630" cy="81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 CHAIN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68672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CSRF PoC: Exploiting Reflected XSS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67238" y="928613"/>
            <a:ext cx="9525" cy="3632671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6" name="Shape 4"/>
          <p:cNvSpPr/>
          <p:nvPr/>
        </p:nvSpPr>
        <p:spPr>
          <a:xfrm>
            <a:off x="4315718" y="1278210"/>
            <a:ext cx="265807" cy="9525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7" name="Shape 5"/>
          <p:cNvSpPr/>
          <p:nvPr/>
        </p:nvSpPr>
        <p:spPr>
          <a:xfrm>
            <a:off x="4538774" y="1249747"/>
            <a:ext cx="66452" cy="66452"/>
          </a:xfrm>
          <a:prstGeom prst="ellipse">
            <a:avLst/>
          </a:prstGeom>
          <a:solidFill>
            <a:srgbClr val="C7E0E7"/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928613"/>
            <a:ext cx="3810074" cy="708794"/>
          </a:xfrm>
          <a:prstGeom prst="roundRect">
            <a:avLst>
              <a:gd name="adj" fmla="val 525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434" y="1021928"/>
            <a:ext cx="362344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Attacker Website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434" y="1193527"/>
            <a:ext cx="3623444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Hosts malicious HTML with auto-submit form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562475" y="1743298"/>
            <a:ext cx="265807" cy="9525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38774" y="1714835"/>
            <a:ext cx="66452" cy="66452"/>
          </a:xfrm>
          <a:prstGeom prst="ellipse">
            <a:avLst/>
          </a:prstGeom>
          <a:solidFill>
            <a:srgbClr val="C7E0E7"/>
          </a:solidFill>
          <a:ln/>
        </p:spPr>
      </p:sp>
      <p:sp>
        <p:nvSpPr>
          <p:cNvPr id="13" name="Shape 11"/>
          <p:cNvSpPr/>
          <p:nvPr/>
        </p:nvSpPr>
        <p:spPr>
          <a:xfrm>
            <a:off x="4837807" y="1393701"/>
            <a:ext cx="3810074" cy="708794"/>
          </a:xfrm>
          <a:prstGeom prst="roundRect">
            <a:avLst>
              <a:gd name="adj" fmla="val 525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1122" y="1487016"/>
            <a:ext cx="362344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Auto Submit Form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1122" y="1658615"/>
            <a:ext cx="3623444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 targets vulnerable endpoint with XSS payload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315718" y="2153022"/>
            <a:ext cx="265807" cy="9525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38774" y="2124559"/>
            <a:ext cx="66452" cy="66452"/>
          </a:xfrm>
          <a:prstGeom prst="ellipse">
            <a:avLst/>
          </a:prstGeom>
          <a:solidFill>
            <a:srgbClr val="C7E0E7"/>
          </a:solidFill>
          <a:ln/>
        </p:spPr>
      </p:sp>
      <p:sp>
        <p:nvSpPr>
          <p:cNvPr id="18" name="Shape 16"/>
          <p:cNvSpPr/>
          <p:nvPr/>
        </p:nvSpPr>
        <p:spPr>
          <a:xfrm>
            <a:off x="496119" y="1803425"/>
            <a:ext cx="3810074" cy="708794"/>
          </a:xfrm>
          <a:prstGeom prst="roundRect">
            <a:avLst>
              <a:gd name="adj" fmla="val 525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434" y="1896740"/>
            <a:ext cx="362344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Victim Browser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9434" y="2068339"/>
            <a:ext cx="3623444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visits attacker site, browser auto-submits form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62475" y="2562820"/>
            <a:ext cx="265807" cy="9525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38774" y="2534357"/>
            <a:ext cx="66452" cy="66452"/>
          </a:xfrm>
          <a:prstGeom prst="ellipse">
            <a:avLst/>
          </a:prstGeom>
          <a:solidFill>
            <a:srgbClr val="C7E0E7"/>
          </a:solidFill>
          <a:ln/>
        </p:spPr>
      </p:sp>
      <p:sp>
        <p:nvSpPr>
          <p:cNvPr id="23" name="Shape 21"/>
          <p:cNvSpPr/>
          <p:nvPr/>
        </p:nvSpPr>
        <p:spPr>
          <a:xfrm>
            <a:off x="4837807" y="2213223"/>
            <a:ext cx="3810074" cy="708794"/>
          </a:xfrm>
          <a:prstGeom prst="roundRect">
            <a:avLst>
              <a:gd name="adj" fmla="val 525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1122" y="2306538"/>
            <a:ext cx="362344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Cookies Included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1122" y="2478137"/>
            <a:ext cx="3623444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 automatically includes auth cookies (if SameSite allows)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315718" y="2972619"/>
            <a:ext cx="265807" cy="9525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38774" y="2944155"/>
            <a:ext cx="66452" cy="66452"/>
          </a:xfrm>
          <a:prstGeom prst="ellipse">
            <a:avLst/>
          </a:prstGeom>
          <a:solidFill>
            <a:srgbClr val="C7E0E7"/>
          </a:solidFill>
          <a:ln/>
        </p:spPr>
      </p:sp>
      <p:sp>
        <p:nvSpPr>
          <p:cNvPr id="28" name="Shape 26"/>
          <p:cNvSpPr/>
          <p:nvPr/>
        </p:nvSpPr>
        <p:spPr>
          <a:xfrm>
            <a:off x="496119" y="2623021"/>
            <a:ext cx="3810074" cy="708794"/>
          </a:xfrm>
          <a:prstGeom prst="roundRect">
            <a:avLst>
              <a:gd name="adj" fmla="val 525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434" y="2716337"/>
            <a:ext cx="362344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Target Application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9434" y="2887935"/>
            <a:ext cx="3623444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Receives request with cookies and payload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562475" y="3382417"/>
            <a:ext cx="265807" cy="9525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32" name="Shape 30"/>
          <p:cNvSpPr/>
          <p:nvPr/>
        </p:nvSpPr>
        <p:spPr>
          <a:xfrm>
            <a:off x="4538774" y="3353953"/>
            <a:ext cx="66452" cy="66452"/>
          </a:xfrm>
          <a:prstGeom prst="ellipse">
            <a:avLst/>
          </a:prstGeom>
          <a:solidFill>
            <a:srgbClr val="C7E0E7"/>
          </a:solidFill>
          <a:ln/>
        </p:spPr>
      </p:sp>
      <p:sp>
        <p:nvSpPr>
          <p:cNvPr id="33" name="Shape 31"/>
          <p:cNvSpPr/>
          <p:nvPr/>
        </p:nvSpPr>
        <p:spPr>
          <a:xfrm>
            <a:off x="4837807" y="3032820"/>
            <a:ext cx="3810074" cy="708794"/>
          </a:xfrm>
          <a:prstGeom prst="roundRect">
            <a:avLst>
              <a:gd name="adj" fmla="val 525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1122" y="3126135"/>
            <a:ext cx="362344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Reflects Payload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31122" y="3297734"/>
            <a:ext cx="3623444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echoes unsanitized payload in response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315718" y="3792215"/>
            <a:ext cx="265807" cy="9525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37" name="Shape 35"/>
          <p:cNvSpPr/>
          <p:nvPr/>
        </p:nvSpPr>
        <p:spPr>
          <a:xfrm>
            <a:off x="4538774" y="3763752"/>
            <a:ext cx="66452" cy="66452"/>
          </a:xfrm>
          <a:prstGeom prst="ellipse">
            <a:avLst/>
          </a:prstGeom>
          <a:solidFill>
            <a:srgbClr val="C7E0E7"/>
          </a:solidFill>
          <a:ln/>
        </p:spPr>
      </p:sp>
      <p:sp>
        <p:nvSpPr>
          <p:cNvPr id="38" name="Shape 36"/>
          <p:cNvSpPr/>
          <p:nvPr/>
        </p:nvSpPr>
        <p:spPr>
          <a:xfrm>
            <a:off x="496119" y="3442618"/>
            <a:ext cx="3810074" cy="708794"/>
          </a:xfrm>
          <a:prstGeom prst="roundRect">
            <a:avLst>
              <a:gd name="adj" fmla="val 525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434" y="3535933"/>
            <a:ext cx="362344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Victim Browser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9434" y="3707532"/>
            <a:ext cx="3623444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reflected XSS in victim's session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562475" y="4202013"/>
            <a:ext cx="265807" cy="9525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42" name="Shape 40"/>
          <p:cNvSpPr/>
          <p:nvPr/>
        </p:nvSpPr>
        <p:spPr>
          <a:xfrm>
            <a:off x="4538774" y="4173550"/>
            <a:ext cx="66452" cy="66452"/>
          </a:xfrm>
          <a:prstGeom prst="ellipse">
            <a:avLst/>
          </a:prstGeom>
          <a:solidFill>
            <a:srgbClr val="C7E0E7"/>
          </a:solidFill>
          <a:ln/>
        </p:spPr>
      </p:sp>
      <p:sp>
        <p:nvSpPr>
          <p:cNvPr id="43" name="Shape 41"/>
          <p:cNvSpPr/>
          <p:nvPr/>
        </p:nvSpPr>
        <p:spPr>
          <a:xfrm>
            <a:off x="4837807" y="3852416"/>
            <a:ext cx="3810074" cy="708794"/>
          </a:xfrm>
          <a:prstGeom prst="roundRect">
            <a:avLst>
              <a:gd name="adj" fmla="val 525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1122" y="3945731"/>
            <a:ext cx="362344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Reflected XSS Executes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31122" y="4117330"/>
            <a:ext cx="3623444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 gains access to victim's authenticated session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96119" y="4623569"/>
            <a:ext cx="860896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4904"/>
            <a:ext cx="738560" cy="171673"/>
          </a:xfrm>
          <a:prstGeom prst="roundRect">
            <a:avLst>
              <a:gd name="adj" fmla="val 2211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3835" y="458763"/>
            <a:ext cx="1060326" cy="103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POC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32520"/>
            <a:ext cx="8151763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Example PoC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49908"/>
            <a:ext cx="3904729" cy="3668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2026-07-15T06:46:29Z</dcterms:created>
  <dcterms:modified xsi:type="dcterms:W3CDTF">2026-07-15T06:46:29Z</dcterms:modified>
</cp:coreProperties>
</file>