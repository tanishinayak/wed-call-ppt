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Overpass Light"/>
      <p:regular r:id="rId201314"/>
    </p:embeddedFont>
    <p:embeddedFont>
      <p:font typeface="Overpass Bold"/>
      <p:regular r:id="rId201315"/>
    </p:embeddedFont>
    <p:embeddedFont>
      <p:font typeface="Syn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E6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4.png"/><Relationship Id="rId7" Type="http://schemas.openxmlformats.org/officeDocument/2006/relationships/image" Target="../media/image-4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Honeypots in Cybersecurity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strategic deception tool used to detect, deflect, and study cyber threats — before they reach real assets.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613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Is a Honeypot?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10" y="1977132"/>
            <a:ext cx="6565736" cy="37206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7270" y="1766689"/>
            <a:ext cx="3519201" cy="23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honeypot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is a security mechanism — typically a fake system, server, application, or network — designed to 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mimic a real target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attract attackers.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Unlike firewalls or IDS that defend, honeypots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invite interaction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gather intelligence on attacker behavior, tools, and techniques.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017270" y="4352826"/>
            <a:ext cx="3519201" cy="1517055"/>
          </a:xfrm>
          <a:prstGeom prst="roundRect">
            <a:avLst>
              <a:gd name="adj" fmla="val 4971"/>
            </a:avLst>
          </a:prstGeom>
          <a:solidFill>
            <a:srgbClr val="DDEEE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752" y="4595316"/>
            <a:ext cx="224427" cy="179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00661" y="4551164"/>
            <a:ext cx="2756327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Key principle: Any traffic to a honeypot is, by definition, suspicious — there is no legitimate reason for a user to access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6184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Honeypots Are Used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233360" y="1293019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00341" y="1460004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Threat Intelligence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00341" y="1792883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Capture real-world attack data — malware samples, TTPs, and attacker infrastructure — to strengthen defenses.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33360" y="2571849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00341" y="2738834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Early Warning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00341" y="3071713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Detect intrusions before they escalate. Honeypots alert teams to active reconnaissance or exploitation attempts.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33360" y="3850680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00341" y="4017665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Distraction &amp; Delay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00341" y="4350544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Divert attacker attention from production systems, buying time for defenders to respond.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33360" y="5129510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00341" y="5296495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Research &amp; Training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400341" y="5629374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Study attacker behavior in a controlled environment and train security teams on real threat scenarios.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Types of Honeypots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1452563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Honeypots are classified by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level of interaction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deployment purpose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: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2141934"/>
            <a:ext cx="5226911" cy="1055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74963" y="2331045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Low-Interaction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574963" y="2749848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Emulates services — safe, easy to deploy.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9659" y="3350617"/>
            <a:ext cx="5226911" cy="13141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74963" y="3539728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High-Interaction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574963" y="3958530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Real systems that allow full attacker engagement — rich data, higher risk.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9659" y="4817864"/>
            <a:ext cx="5226911" cy="13141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74963" y="5006975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Production vs. Research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574963" y="5425777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Production protects live environments; research supports long-term threat study.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How Honeypots Work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Analyze &amp; Respond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Honeypot Logs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Attacker Interacts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Attacker Finds It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Deploy Decoy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entire interaction is monitored and logged — giving defenders a complete picture of attacker methodology without risking real assets.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869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Honeypots vs. Honeynets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3793"/>
            <a:ext cx="5366112" cy="3776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7354" y="1793478"/>
            <a:ext cx="4930552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🍯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Honeypot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17354" y="2132707"/>
            <a:ext cx="493055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single decoy system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— one server, one service, or one application designed to attract attackers and capture their behavior in a controlled environment.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17354" y="2927747"/>
            <a:ext cx="4930552" cy="204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Best for monitoring attacks against one exposed asset, such as a fake SSH server, web app, or database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Lower complexity and easier to deploy, tune, and maintain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Useful for collecting focused threat intelligence, detecting scanning activity, and studying exploit attempts against a specific target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Limited scope of data, but often enough for testing alerts, validating defenses, or distracting opportunistic attackers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4108" y="1613793"/>
            <a:ext cx="5366112" cy="37763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19987" y="1793478"/>
            <a:ext cx="4930552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🕸️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Honeynet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419987" y="2132707"/>
            <a:ext cx="493055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network of multiple honeypots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simulating an entire environment — servers, firewalls, and internal systems — to observe how attackers move, pivot, and escalate once inside.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19987" y="2927747"/>
            <a:ext cx="4930552" cy="228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Best for mimicking a realistic enterprise environment, such as a small office network or segmented production lab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Richer attacker behavior data, including lateral movement, privilege escalation, and command-and-control activity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Can include web servers, file shares, database systems, routers, and fake internal services to make the environment believable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Requires a honeynet gateway or similar control layer to safely monitor traffic and prevent the environment from being used as a launch point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61475" y="5543748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 practice, a honeypot is ideal when you want depth on one target, while a honeynet is better when you want to understand attacker behavior across an entire simulated environment.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39887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Advantages of Honeypots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01093"/>
            <a:ext cx="425241" cy="4252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8005" y="1601093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Zero False Positives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278005" y="1958578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Any interaction with a honeypot is inherently malicious — eliminating noise common in traditional monitoring.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81895"/>
            <a:ext cx="425241" cy="4252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8005" y="2781895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Deep Threat Visibility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278005" y="3139380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Reveals attacker tools, techniques, and procedures (TTPs) that standard defenses never see.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62698"/>
            <a:ext cx="425241" cy="4252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8005" y="3962698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Reduces Attack Surface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278005" y="4320183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Diverts attackers away from production systems, reducing the likelihood of a successful breach.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143500"/>
            <a:ext cx="425241" cy="4252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78005" y="5143500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Forensic Evidence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278005" y="5500985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Captured data can support incident response, legal proceedings, and threat attribution.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7948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Limitations &amp; Risks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17291"/>
            <a:ext cx="2602343" cy="2461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6779" y="2806402"/>
            <a:ext cx="2147933" cy="637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Limited Scope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26779" y="3536156"/>
            <a:ext cx="2147933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Honeypots only see traffic aimed at them. They can miss broader attacks elsewhere.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6909" y="2617291"/>
            <a:ext cx="2602343" cy="2461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82213" y="2806402"/>
            <a:ext cx="2147933" cy="637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Risk of Compromise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682213" y="3536156"/>
            <a:ext cx="2147933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Misconfigured high-interaction honeypots can be exploited. Isolation and monitoring are critical.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2343" y="2617291"/>
            <a:ext cx="2602343" cy="2461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37648" y="2806402"/>
            <a:ext cx="2147933" cy="637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Detection by Attackers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437648" y="3536156"/>
            <a:ext cx="2147933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Skilled attackers may spot fake services or odd behavior and avoid them or plant false signals.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27777" y="2617291"/>
            <a:ext cx="2602443" cy="24612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93082" y="2806402"/>
            <a:ext cx="2148032" cy="956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Legal &amp; Ethical Concerns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9193082" y="3855145"/>
            <a:ext cx="2148032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Honeypots can raise privacy, consent, and retention issues. Check regulations before deploying.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62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Real-World Use Cases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64879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8433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Google's GCP Honeypots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5202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Google deploys honeypots across its cloud infrastructure to detect exploitation attempts and gather threat intelligence at scale.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364879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843338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Microsoft Threat Intelligence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54729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Microsoft uses honeypots to track APT groups, collect malware samples, and feed findings into Defender and Sentinel.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364879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8433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Financial Sector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25202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Banks deploy honeypots to detect lateral movement, credential theft, and insider threats within their networks.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9984"/>
            <a:ext cx="10868745" cy="177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1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You!</a:t>
            </a:r>
            <a:endParaRPr lang="en-US" sz="1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2026-09-15T19:39:24Z</dcterms:created>
  <dcterms:modified xsi:type="dcterms:W3CDTF">2026-09-15T19:39:24Z</dcterms:modified>
</cp:coreProperties>
</file>